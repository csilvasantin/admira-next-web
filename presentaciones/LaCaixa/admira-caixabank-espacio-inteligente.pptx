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9109e53ece426f" /><Relationship Type="http://schemas.openxmlformats.org/officeDocument/2006/relationships/extended-properties" Target="/docProps/app.xml" Id="Raa919dd5164a4e9b" /><Relationship Type="http://schemas.openxmlformats.org/officeDocument/2006/relationships/officeDocument" Target="/ppt/presentation.xml" Id="R3e0ee3fe72f440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43f31a948b4a19"/>
  </p:sldMasterIdLst>
  <p:notesMasterIdLst>
    <p:notesMasterId xmlns:r="http://schemas.openxmlformats.org/officeDocument/2006/relationships" r:id="Ra05935f82fee4714"/>
  </p:notesMasterIdLst>
  <p:sldIdLst>
    <p:sldId xmlns:r="http://schemas.openxmlformats.org/officeDocument/2006/relationships" id="256" r:id="R0fa9cd2152d24982"/>
    <p:sldId xmlns:r="http://schemas.openxmlformats.org/officeDocument/2006/relationships" id="257" r:id="R44776ffaedeb4e92"/>
    <p:sldId xmlns:r="http://schemas.openxmlformats.org/officeDocument/2006/relationships" id="258" r:id="Rf077fa63969049f9"/>
    <p:sldId xmlns:r="http://schemas.openxmlformats.org/officeDocument/2006/relationships" id="259" r:id="R9df6eb7e515144d4"/>
    <p:sldId xmlns:r="http://schemas.openxmlformats.org/officeDocument/2006/relationships" id="260" r:id="R422e4f9da321416c"/>
    <p:sldId xmlns:r="http://schemas.openxmlformats.org/officeDocument/2006/relationships" id="261" r:id="R892642d26ac24551"/>
    <p:sldId xmlns:r="http://schemas.openxmlformats.org/officeDocument/2006/relationships" id="262" r:id="Refb4489e7f6944fe"/>
    <p:sldId xmlns:r="http://schemas.openxmlformats.org/officeDocument/2006/relationships" id="263" r:id="R9135a24f3c6e46ac"/>
    <p:sldId xmlns:r="http://schemas.openxmlformats.org/officeDocument/2006/relationships" id="264" r:id="Rf1a107df53a24f2a"/>
    <p:sldId xmlns:r="http://schemas.openxmlformats.org/officeDocument/2006/relationships" id="265" r:id="Rd994f023d56644f3"/>
    <p:sldId xmlns:r="http://schemas.openxmlformats.org/officeDocument/2006/relationships" id="266" r:id="Rfe5fb237b25041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f026003149447b" /><Relationship Type="http://schemas.openxmlformats.org/officeDocument/2006/relationships/slideMaster" Target="/ppt/slideMasters/slideMaster1.xml" Id="R0b43f31a948b4a19" /><Relationship Type="http://schemas.openxmlformats.org/officeDocument/2006/relationships/notesMaster" Target="/ppt/notesMasters/notesMaster1.xml" Id="Ra05935f82fee4714" /><Relationship Type="http://schemas.openxmlformats.org/officeDocument/2006/relationships/presProps" Target="/ppt/presProps.xml" Id="R22ae3f47888d482e" /><Relationship Type="http://schemas.openxmlformats.org/officeDocument/2006/relationships/tableStyles" Target="/ppt/tableStyles.xml" Id="R9d3638743184481c" /><Relationship Type="http://schemas.openxmlformats.org/officeDocument/2006/relationships/slide" Target="/ppt/slides/slide1.xml" Id="R0fa9cd2152d24982" /><Relationship Type="http://schemas.openxmlformats.org/officeDocument/2006/relationships/slide" Target="/ppt/slides/slide2.xml" Id="R44776ffaedeb4e92" /><Relationship Type="http://schemas.openxmlformats.org/officeDocument/2006/relationships/slide" Target="/ppt/slides/slide3.xml" Id="Rf077fa63969049f9" /><Relationship Type="http://schemas.openxmlformats.org/officeDocument/2006/relationships/slide" Target="/ppt/slides/slide4.xml" Id="R9df6eb7e515144d4" /><Relationship Type="http://schemas.openxmlformats.org/officeDocument/2006/relationships/slide" Target="/ppt/slides/slide5.xml" Id="R422e4f9da321416c" /><Relationship Type="http://schemas.openxmlformats.org/officeDocument/2006/relationships/slide" Target="/ppt/slides/slide6.xml" Id="R892642d26ac24551" /><Relationship Type="http://schemas.openxmlformats.org/officeDocument/2006/relationships/slide" Target="/ppt/slides/slide7.xml" Id="Refb4489e7f6944fe" /><Relationship Type="http://schemas.openxmlformats.org/officeDocument/2006/relationships/slide" Target="/ppt/slides/slide8.xml" Id="R9135a24f3c6e46ac" /><Relationship Type="http://schemas.openxmlformats.org/officeDocument/2006/relationships/slide" Target="/ppt/slides/slide9.xml" Id="Rf1a107df53a24f2a" /><Relationship Type="http://schemas.openxmlformats.org/officeDocument/2006/relationships/slide" Target="/ppt/slides/slide10.xml" Id="Rd994f023d56644f3" /><Relationship Type="http://schemas.openxmlformats.org/officeDocument/2006/relationships/slide" Target="/ppt/slides/slide11.xml" Id="Rfe5fb237b250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623cd4bf747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3590c4b6f4ec9" /><Relationship Type="http://schemas.openxmlformats.org/officeDocument/2006/relationships/notesMaster" Target="/ppt/notesMasters/notesMaster1.xml" Id="Rcb1c8fe67ef045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2f634bf0ac4d7c" /><Relationship Type="http://schemas.openxmlformats.org/officeDocument/2006/relationships/notesMaster" Target="/ppt/notesMasters/notesMaster1.xml" Id="Rdb5a9f4b6895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d9b58a2cae4835" /><Relationship Type="http://schemas.openxmlformats.org/officeDocument/2006/relationships/notesMaster" Target="/ppt/notesMasters/notesMaster1.xml" Id="R3c01ac7270ba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404bdc6ce4487" /><Relationship Type="http://schemas.openxmlformats.org/officeDocument/2006/relationships/notesMaster" Target="/ppt/notesMasters/notesMaster1.xml" Id="R94c102988d8849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bfd8b7f8744c0e" /><Relationship Type="http://schemas.openxmlformats.org/officeDocument/2006/relationships/notesMaster" Target="/ppt/notesMasters/notesMaster1.xml" Id="R2327b6b471054a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7aff9e5424c56" /><Relationship Type="http://schemas.openxmlformats.org/officeDocument/2006/relationships/notesMaster" Target="/ppt/notesMasters/notesMaster1.xml" Id="Re30e532799b74d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3c183471b403e" /><Relationship Type="http://schemas.openxmlformats.org/officeDocument/2006/relationships/notesMaster" Target="/ppt/notesMasters/notesMaster1.xml" Id="R47a4d2dc2deb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832acf841148e4" /><Relationship Type="http://schemas.openxmlformats.org/officeDocument/2006/relationships/notesMaster" Target="/ppt/notesMasters/notesMaster1.xml" Id="R59a4559087d6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e45b8dd25344b0" /><Relationship Type="http://schemas.openxmlformats.org/officeDocument/2006/relationships/notesMaster" Target="/ppt/notesMasters/notesMaster1.xml" Id="R01176d21473c47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b5321abc654f76" /><Relationship Type="http://schemas.openxmlformats.org/officeDocument/2006/relationships/notesMaster" Target="/ppt/notesMasters/notesMaster1.xml" Id="R2a645317c40f4e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97f0ff7f6742e8" /><Relationship Type="http://schemas.openxmlformats.org/officeDocument/2006/relationships/notesMaster" Target="/ppt/notesMasters/notesMaster1.xml" Id="Rcdfa2a293a6f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4db4e08af48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0711dd2da4c6e" /><Relationship Type="http://schemas.openxmlformats.org/officeDocument/2006/relationships/slideLayout" Target="/ppt/slideLayouts/slideLayout1.xml" Id="R4c1555217e4e48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555217e4e48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4857d68c841b4" /><Relationship Type="http://schemas.openxmlformats.org/officeDocument/2006/relationships/image" Target="/ppt/media/image.jpeg" Id="R1d2f47b5207f4965" /><Relationship Type="http://schemas.openxmlformats.org/officeDocument/2006/relationships/notesSlide" Target="/ppt/notesSlides/notesSlide1.xml" Id="R88c5ce38815f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6b284b86d43a7" /><Relationship Type="http://schemas.openxmlformats.org/officeDocument/2006/relationships/image" Target="/ppt/media/image2.jpeg" Id="R4254ea2a017f4b1e" /><Relationship Type="http://schemas.openxmlformats.org/officeDocument/2006/relationships/notesSlide" Target="/ppt/notesSlides/notesSlide2.xml" Id="R47f4892c7696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a2030ad6f4283" /><Relationship Type="http://schemas.openxmlformats.org/officeDocument/2006/relationships/image" Target="/ppt/media/image3.jpeg" Id="R3dc1cd5b601f4001" /><Relationship Type="http://schemas.openxmlformats.org/officeDocument/2006/relationships/notesSlide" Target="/ppt/notesSlides/notesSlide3.xml" Id="Rde11bd1ceb8242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68b42d8a3451f" /><Relationship Type="http://schemas.openxmlformats.org/officeDocument/2006/relationships/image" Target="/ppt/media/image4.jpeg" Id="Rc86312b4901a4fa0" /><Relationship Type="http://schemas.openxmlformats.org/officeDocument/2006/relationships/notesSlide" Target="/ppt/notesSlides/notesSlide4.xml" Id="R8aed4338ae6e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199e8b6d74eba" /><Relationship Type="http://schemas.openxmlformats.org/officeDocument/2006/relationships/image" Target="/ppt/media/image5.jpeg" Id="Rcc9a41dca66f430f" /><Relationship Type="http://schemas.openxmlformats.org/officeDocument/2006/relationships/notesSlide" Target="/ppt/notesSlides/notesSlide5.xml" Id="Ref525bfbd7e949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b8b96649d4d79" /><Relationship Type="http://schemas.openxmlformats.org/officeDocument/2006/relationships/image" Target="/ppt/media/image6.jpeg" Id="Re5bac4178a6c4bde" /><Relationship Type="http://schemas.openxmlformats.org/officeDocument/2006/relationships/notesSlide" Target="/ppt/notesSlides/notesSlide6.xml" Id="R9a71ede50c104e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439dfd884e7e" /><Relationship Type="http://schemas.openxmlformats.org/officeDocument/2006/relationships/image" Target="/ppt/media/image7.jpeg" Id="R9b371d97b4be401b" /><Relationship Type="http://schemas.openxmlformats.org/officeDocument/2006/relationships/notesSlide" Target="/ppt/notesSlides/notesSlide7.xml" Id="R94e7714299dc42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2210807bc4820" /><Relationship Type="http://schemas.openxmlformats.org/officeDocument/2006/relationships/image" Target="/ppt/media/image8.jpeg" Id="R9b10bdb3870d404e" /><Relationship Type="http://schemas.openxmlformats.org/officeDocument/2006/relationships/notesSlide" Target="/ppt/notesSlides/notesSlide8.xml" Id="R88fc4ea59663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fe8e3badc4967" /><Relationship Type="http://schemas.openxmlformats.org/officeDocument/2006/relationships/image" Target="/ppt/media/image9.jpeg" Id="Rb9cb6bebea474b9c" /><Relationship Type="http://schemas.openxmlformats.org/officeDocument/2006/relationships/notesSlide" Target="/ppt/notesSlides/notesSlide9.xml" Id="R4a71a966ea64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84bb3bf974581" /><Relationship Type="http://schemas.openxmlformats.org/officeDocument/2006/relationships/image" Target="/ppt/media/image10.jpeg" Id="Ra5abdaf032ec462f" /><Relationship Type="http://schemas.openxmlformats.org/officeDocument/2006/relationships/notesSlide" Target="/ppt/notesSlides/notesSlide10.xml" Id="R17bac79b49454a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05f02c0bf4204" /><Relationship Type="http://schemas.openxmlformats.org/officeDocument/2006/relationships/image" Target="/ppt/media/image11.jpeg" Id="Rb3571d4c08ea46c3" /><Relationship Type="http://schemas.openxmlformats.org/officeDocument/2006/relationships/notesSlide" Target="/ppt/notesSlides/notesSlide11.xml" Id="R8fd32393d14747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f47b5207f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51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4ea2a017f4b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24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1cd5b601f40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06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312b4901a4f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75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a41dca66f43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77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ac4178a6c4b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144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71d97b4be40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1285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0bdb3870d40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b6bebea474b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080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bdaf032ec46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90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71d4c08ea46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2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2026-07-16T18:38:56.5960000Z</dcterms:created>
  <dcterms:modified xsi:type="dcterms:W3CDTF">2026-07-16T18:38:56.5960000Z</dcterms:modified>
</coreProperties>
</file>