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cfd4b338754e68" /><Relationship Type="http://schemas.openxmlformats.org/officeDocument/2006/relationships/extended-properties" Target="/docProps/app.xml" Id="Rc3e2b262a6c44c3d" /><Relationship Type="http://schemas.openxmlformats.org/officeDocument/2006/relationships/officeDocument" Target="/ppt/presentation.xml" Id="Rc6d4fc57b4d24f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d2a9dc17704f9c"/>
  </p:sldMasterIdLst>
  <p:notesMasterIdLst>
    <p:notesMasterId xmlns:r="http://schemas.openxmlformats.org/officeDocument/2006/relationships" r:id="Rafb6946ba5994ea9"/>
  </p:notesMasterIdLst>
  <p:sldIdLst>
    <p:sldId xmlns:r="http://schemas.openxmlformats.org/officeDocument/2006/relationships" id="256" r:id="R25fc76edd34e4ced"/>
    <p:sldId xmlns:r="http://schemas.openxmlformats.org/officeDocument/2006/relationships" id="257" r:id="R0b0f405a7f064c94"/>
    <p:sldId xmlns:r="http://schemas.openxmlformats.org/officeDocument/2006/relationships" id="258" r:id="R504e70392c4b4c1f"/>
    <p:sldId xmlns:r="http://schemas.openxmlformats.org/officeDocument/2006/relationships" id="259" r:id="Rfcb067aa3d0a4624"/>
    <p:sldId xmlns:r="http://schemas.openxmlformats.org/officeDocument/2006/relationships" id="260" r:id="R761558384bc14ddd"/>
    <p:sldId xmlns:r="http://schemas.openxmlformats.org/officeDocument/2006/relationships" id="261" r:id="Rbb8e405f7ed6426e"/>
    <p:sldId xmlns:r="http://schemas.openxmlformats.org/officeDocument/2006/relationships" id="262" r:id="Rd403aca5d7754a11"/>
    <p:sldId xmlns:r="http://schemas.openxmlformats.org/officeDocument/2006/relationships" id="263" r:id="Rb96a6f6d43d942c6"/>
    <p:sldId xmlns:r="http://schemas.openxmlformats.org/officeDocument/2006/relationships" id="264" r:id="Rcc877ccbc2254d35"/>
    <p:sldId xmlns:r="http://schemas.openxmlformats.org/officeDocument/2006/relationships" id="265" r:id="R9e5dd9dadf5842b6"/>
    <p:sldId xmlns:r="http://schemas.openxmlformats.org/officeDocument/2006/relationships" id="266" r:id="R77d51ed5007741fd"/>
    <p:sldId xmlns:r="http://schemas.openxmlformats.org/officeDocument/2006/relationships" id="267" r:id="R1944451b02ca4071"/>
    <p:sldId xmlns:r="http://schemas.openxmlformats.org/officeDocument/2006/relationships" id="268" r:id="Red1c0be5c3ee447c"/>
    <p:sldId xmlns:r="http://schemas.openxmlformats.org/officeDocument/2006/relationships" id="269" r:id="R9e8aedcf607644b8"/>
    <p:sldId xmlns:r="http://schemas.openxmlformats.org/officeDocument/2006/relationships" id="270" r:id="Rf44e06a6ffbd4a84"/>
    <p:sldId xmlns:r="http://schemas.openxmlformats.org/officeDocument/2006/relationships" id="271" r:id="Rb0c85caccc5e4f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2e9d3c26754dcc" /><Relationship Type="http://schemas.openxmlformats.org/officeDocument/2006/relationships/slideMaster" Target="/ppt/slideMasters/slideMaster1.xml" Id="R6cd2a9dc17704f9c" /><Relationship Type="http://schemas.openxmlformats.org/officeDocument/2006/relationships/notesMaster" Target="/ppt/notesMasters/notesMaster1.xml" Id="Rafb6946ba5994ea9" /><Relationship Type="http://schemas.openxmlformats.org/officeDocument/2006/relationships/presProps" Target="/ppt/presProps.xml" Id="R4075482a968c4a62" /><Relationship Type="http://schemas.openxmlformats.org/officeDocument/2006/relationships/tableStyles" Target="/ppt/tableStyles.xml" Id="Rd6ba6db97efd415e" /><Relationship Type="http://schemas.openxmlformats.org/officeDocument/2006/relationships/slide" Target="/ppt/slides/slide1.xml" Id="R25fc76edd34e4ced" /><Relationship Type="http://schemas.openxmlformats.org/officeDocument/2006/relationships/slide" Target="/ppt/slides/slide2.xml" Id="R0b0f405a7f064c94" /><Relationship Type="http://schemas.openxmlformats.org/officeDocument/2006/relationships/slide" Target="/ppt/slides/slide3.xml" Id="R504e70392c4b4c1f" /><Relationship Type="http://schemas.openxmlformats.org/officeDocument/2006/relationships/slide" Target="/ppt/slides/slide4.xml" Id="Rfcb067aa3d0a4624" /><Relationship Type="http://schemas.openxmlformats.org/officeDocument/2006/relationships/slide" Target="/ppt/slides/slide5.xml" Id="R761558384bc14ddd" /><Relationship Type="http://schemas.openxmlformats.org/officeDocument/2006/relationships/slide" Target="/ppt/slides/slide6.xml" Id="Rbb8e405f7ed6426e" /><Relationship Type="http://schemas.openxmlformats.org/officeDocument/2006/relationships/slide" Target="/ppt/slides/slide7.xml" Id="Rd403aca5d7754a11" /><Relationship Type="http://schemas.openxmlformats.org/officeDocument/2006/relationships/slide" Target="/ppt/slides/slide8.xml" Id="Rb96a6f6d43d942c6" /><Relationship Type="http://schemas.openxmlformats.org/officeDocument/2006/relationships/slide" Target="/ppt/slides/slide9.xml" Id="Rcc877ccbc2254d35" /><Relationship Type="http://schemas.openxmlformats.org/officeDocument/2006/relationships/slide" Target="/ppt/slides/slide10.xml" Id="R9e5dd9dadf5842b6" /><Relationship Type="http://schemas.openxmlformats.org/officeDocument/2006/relationships/slide" Target="/ppt/slides/slide11.xml" Id="R77d51ed5007741fd" /><Relationship Type="http://schemas.openxmlformats.org/officeDocument/2006/relationships/slide" Target="/ppt/slides/slide12.xml" Id="R1944451b02ca4071" /><Relationship Type="http://schemas.openxmlformats.org/officeDocument/2006/relationships/slide" Target="/ppt/slides/slide13.xml" Id="Red1c0be5c3ee447c" /><Relationship Type="http://schemas.openxmlformats.org/officeDocument/2006/relationships/slide" Target="/ppt/slides/slide14.xml" Id="R9e8aedcf607644b8" /><Relationship Type="http://schemas.openxmlformats.org/officeDocument/2006/relationships/slide" Target="/ppt/slides/slide15.xml" Id="Rf44e06a6ffbd4a84" /><Relationship Type="http://schemas.openxmlformats.org/officeDocument/2006/relationships/slide" Target="/ppt/slides/slide16.xml" Id="Rb0c85caccc5e4f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1fb68e882c41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53289622e84c14" /><Relationship Type="http://schemas.openxmlformats.org/officeDocument/2006/relationships/notesMaster" Target="/ppt/notesMasters/notesMaster1.xml" Id="R21f2f9f782f440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7496b25c964bd7" /><Relationship Type="http://schemas.openxmlformats.org/officeDocument/2006/relationships/notesMaster" Target="/ppt/notesMasters/notesMaster1.xml" Id="Rf19bafc526a845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d67d9f1e404593" /><Relationship Type="http://schemas.openxmlformats.org/officeDocument/2006/relationships/notesMaster" Target="/ppt/notesMasters/notesMaster1.xml" Id="R75e7952bd4c547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2d6ccb342d4beb" /><Relationship Type="http://schemas.openxmlformats.org/officeDocument/2006/relationships/notesMaster" Target="/ppt/notesMasters/notesMaster1.xml" Id="R2935bccff95e4e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61916072a64a1f" /><Relationship Type="http://schemas.openxmlformats.org/officeDocument/2006/relationships/notesMaster" Target="/ppt/notesMasters/notesMaster1.xml" Id="Rd60216a318f742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a849e8973146a7" /><Relationship Type="http://schemas.openxmlformats.org/officeDocument/2006/relationships/notesMaster" Target="/ppt/notesMasters/notesMaster1.xml" Id="Rfcb6b36aedd246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7639f96c5d4776" /><Relationship Type="http://schemas.openxmlformats.org/officeDocument/2006/relationships/notesMaster" Target="/ppt/notesMasters/notesMaster1.xml" Id="R69641d06c10d40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87c526830d4377" /><Relationship Type="http://schemas.openxmlformats.org/officeDocument/2006/relationships/notesMaster" Target="/ppt/notesMasters/notesMaster1.xml" Id="R51cc0845ec5644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02c58d730247eb" /><Relationship Type="http://schemas.openxmlformats.org/officeDocument/2006/relationships/notesMaster" Target="/ppt/notesMasters/notesMaster1.xml" Id="R3750e88be3b140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d99769782d4577" /><Relationship Type="http://schemas.openxmlformats.org/officeDocument/2006/relationships/notesMaster" Target="/ppt/notesMasters/notesMaster1.xml" Id="R82649e5b039048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28e9b99c4b4005" /><Relationship Type="http://schemas.openxmlformats.org/officeDocument/2006/relationships/notesMaster" Target="/ppt/notesMasters/notesMaster1.xml" Id="R877d243b54f34c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e9180077094765" /><Relationship Type="http://schemas.openxmlformats.org/officeDocument/2006/relationships/notesMaster" Target="/ppt/notesMasters/notesMaster1.xml" Id="R8fa69443718a44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e3a51e31c74cf2" /><Relationship Type="http://schemas.openxmlformats.org/officeDocument/2006/relationships/notesMaster" Target="/ppt/notesMasters/notesMaster1.xml" Id="R9768efab965f48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618008f7c54164" /><Relationship Type="http://schemas.openxmlformats.org/officeDocument/2006/relationships/notesMaster" Target="/ppt/notesMasters/notesMaster1.xml" Id="R73606872b66f42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a53d2bb98a45c5" /><Relationship Type="http://schemas.openxmlformats.org/officeDocument/2006/relationships/notesMaster" Target="/ppt/notesMasters/notesMaster1.xml" Id="Rdd4dda9958984a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25a5ccbae74d62" /><Relationship Type="http://schemas.openxmlformats.org/officeDocument/2006/relationships/notesMaster" Target="/ppt/notesMasters/notesMaster1.xml" Id="Ree732777b44b47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1a790a092b43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2ade70b51149a5" /><Relationship Type="http://schemas.openxmlformats.org/officeDocument/2006/relationships/slideLayout" Target="/ppt/slideLayouts/slideLayout1.xml" Id="Rd0b69a2b1c474d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b69a2b1c474d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12f70d0624c1e" /><Relationship Type="http://schemas.openxmlformats.org/officeDocument/2006/relationships/image" Target="/ppt/media/image.png" Id="R77a1068a98bc496b" /><Relationship Type="http://schemas.openxmlformats.org/officeDocument/2006/relationships/notesSlide" Target="/ppt/notesSlides/notesSlide1.xml" Id="Rff3bae9fdffb49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5c54f519f4cf0" /><Relationship Type="http://schemas.openxmlformats.org/officeDocument/2006/relationships/image" Target="/ppt/media/image2.png" Id="R150b50dc3cd64d0d" /><Relationship Type="http://schemas.openxmlformats.org/officeDocument/2006/relationships/notesSlide" Target="/ppt/notesSlides/notesSlide2.xml" Id="Rf379086455464a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03f7110d2417f" /><Relationship Type="http://schemas.openxmlformats.org/officeDocument/2006/relationships/image" Target="/ppt/media/image3.png" Id="R7ea0541a8ddb44f9" /><Relationship Type="http://schemas.openxmlformats.org/officeDocument/2006/relationships/notesSlide" Target="/ppt/notesSlides/notesSlide3.xml" Id="Rd6b4e96d2b0440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8fd8066354297" /><Relationship Type="http://schemas.openxmlformats.org/officeDocument/2006/relationships/image" Target="/ppt/media/image4.png" Id="Rcd0e0a197c1a4ab5" /><Relationship Type="http://schemas.openxmlformats.org/officeDocument/2006/relationships/notesSlide" Target="/ppt/notesSlides/notesSlide4.xml" Id="R5d78c9d86b7641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ddb7970e34bd1" /><Relationship Type="http://schemas.openxmlformats.org/officeDocument/2006/relationships/image" Target="/ppt/media/image5.png" Id="R495aebc21c0444d8" /><Relationship Type="http://schemas.openxmlformats.org/officeDocument/2006/relationships/notesSlide" Target="/ppt/notesSlides/notesSlide5.xml" Id="R1302f25bbe8842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8d877298f4dc6" /><Relationship Type="http://schemas.openxmlformats.org/officeDocument/2006/relationships/image" Target="/ppt/media/image6.png" Id="R2bc47b0f1a8249c8" /><Relationship Type="http://schemas.openxmlformats.org/officeDocument/2006/relationships/notesSlide" Target="/ppt/notesSlides/notesSlide6.xml" Id="R6965b4ec90b74c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ee10589474017" /><Relationship Type="http://schemas.openxmlformats.org/officeDocument/2006/relationships/image" Target="/ppt/media/image7.png" Id="R14596477687f4f77" /><Relationship Type="http://schemas.openxmlformats.org/officeDocument/2006/relationships/notesSlide" Target="/ppt/notesSlides/notesSlide7.xml" Id="Rab90779437cc43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153e3034c4afc" /><Relationship Type="http://schemas.openxmlformats.org/officeDocument/2006/relationships/image" Target="/ppt/media/image8.png" Id="R8f3ab4390edb4926" /><Relationship Type="http://schemas.openxmlformats.org/officeDocument/2006/relationships/notesSlide" Target="/ppt/notesSlides/notesSlide8.xml" Id="R9cbdc498f09d42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60596752f4f0a" /><Relationship Type="http://schemas.openxmlformats.org/officeDocument/2006/relationships/image" Target="/ppt/media/image9.png" Id="R21a115a30daf4918" /><Relationship Type="http://schemas.openxmlformats.org/officeDocument/2006/relationships/notesSlide" Target="/ppt/notesSlides/notesSlide9.xml" Id="R835aefc3ecb64c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ad7acf5624f0c" /><Relationship Type="http://schemas.openxmlformats.org/officeDocument/2006/relationships/image" Target="/ppt/media/image10.png" Id="Rd4567ab6c3d34929" /><Relationship Type="http://schemas.openxmlformats.org/officeDocument/2006/relationships/notesSlide" Target="/ppt/notesSlides/notesSlide10.xml" Id="R37906bb3a74348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84f67b8c14c51" /><Relationship Type="http://schemas.openxmlformats.org/officeDocument/2006/relationships/image" Target="/ppt/media/image11.png" Id="R4c852cd595e642c4" /><Relationship Type="http://schemas.openxmlformats.org/officeDocument/2006/relationships/notesSlide" Target="/ppt/notesSlides/notesSlide11.xml" Id="R821259994f904d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e53aaf01c4135" /><Relationship Type="http://schemas.openxmlformats.org/officeDocument/2006/relationships/image" Target="/ppt/media/image12.png" Id="Rf9034dedd80841d9" /><Relationship Type="http://schemas.openxmlformats.org/officeDocument/2006/relationships/notesSlide" Target="/ppt/notesSlides/notesSlide12.xml" Id="Rfbe64d5a184b49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59bdfceea4dbf" /><Relationship Type="http://schemas.openxmlformats.org/officeDocument/2006/relationships/image" Target="/ppt/media/image13.png" Id="Rc7ba5cff238f4aea" /><Relationship Type="http://schemas.openxmlformats.org/officeDocument/2006/relationships/notesSlide" Target="/ppt/notesSlides/notesSlide13.xml" Id="R5e42da5c64b542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d8da2ed3f4601" /><Relationship Type="http://schemas.openxmlformats.org/officeDocument/2006/relationships/image" Target="/ppt/media/image14.png" Id="R6e7942d7398e4feb" /><Relationship Type="http://schemas.openxmlformats.org/officeDocument/2006/relationships/notesSlide" Target="/ppt/notesSlides/notesSlide14.xml" Id="R8c64dba964a145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b41d329f945e8" /><Relationship Type="http://schemas.openxmlformats.org/officeDocument/2006/relationships/image" Target="/ppt/media/image15.png" Id="Rd91e474de330455d" /><Relationship Type="http://schemas.openxmlformats.org/officeDocument/2006/relationships/notesSlide" Target="/ppt/notesSlides/notesSlide15.xml" Id="R918e9f55d2454e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8056fcc354038" /><Relationship Type="http://schemas.openxmlformats.org/officeDocument/2006/relationships/image" Target="/ppt/media/image16.png" Id="Rac76646b062f40df" /><Relationship Type="http://schemas.openxmlformats.org/officeDocument/2006/relationships/notesSlide" Target="/ppt/notesSlides/notesSlide16.xml" Id="R51a81f47475847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1068a98bc49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502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b50dc3cd64d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6392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0541a8ddb44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998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e0a197c1a4a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207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aebc21c0444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297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47b0f1a8249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739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96477687f4f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46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ab4390edb49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669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115a30daf49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54541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67ab6c3d349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6552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52cd595e642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888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34dedd80841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386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a5cff238f4a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6758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942d7398e4f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4548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e474de33045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95699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6646b062f40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469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2026-07-17T06:16:07.1270000Z</dcterms:created>
  <dcterms:modified xsi:type="dcterms:W3CDTF">2026-07-17T06:16:07.1270000Z</dcterms:modified>
</coreProperties>
</file>